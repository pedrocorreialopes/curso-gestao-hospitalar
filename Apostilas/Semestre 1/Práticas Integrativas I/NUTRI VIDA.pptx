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1" r:id="rId6"/>
    <p:sldId id="259" r:id="rId7"/>
    <p:sldId id="260" r:id="rId8"/>
    <p:sldId id="263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6" autoAdjust="0"/>
    <p:restoredTop sz="94767" autoAdjust="0"/>
  </p:normalViewPr>
  <p:slideViewPr>
    <p:cSldViewPr>
      <p:cViewPr>
        <p:scale>
          <a:sx n="73" d="100"/>
          <a:sy n="73" d="100"/>
        </p:scale>
        <p:origin x="-1248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8D275-3A21-4D84-8616-F83C2D4A963F}" type="datetimeFigureOut">
              <a:rPr lang="pt-BR" smtClean="0"/>
              <a:pPr/>
              <a:t>16/10/2018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B9669-ABD3-4115-AD26-5F9067DB5E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500043"/>
            <a:ext cx="7772400" cy="2143140"/>
          </a:xfrm>
          <a:solidFill>
            <a:schemeClr val="accent3"/>
          </a:solidFill>
        </p:spPr>
        <p:txBody>
          <a:bodyPr>
            <a:noAutofit/>
          </a:bodyPr>
          <a:lstStyle/>
          <a:p>
            <a:r>
              <a:rPr lang="pt-BR" sz="9600" b="1" dirty="0" smtClean="0">
                <a:latin typeface="Monotype Corsiva" pitchFamily="66" charset="0"/>
              </a:rPr>
              <a:t>NUTRI VIDA </a:t>
            </a:r>
            <a:endParaRPr lang="pt-BR" sz="9600" b="1" dirty="0">
              <a:latin typeface="Monotype Corsiva" pitchFamily="66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000372"/>
            <a:ext cx="6400800" cy="3429024"/>
          </a:xfrm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pt-BR" sz="4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</a:rPr>
              <a:t>COZINHA SAUDÁVEL</a:t>
            </a:r>
            <a:endParaRPr lang="pt-BR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otype Corsiva" pitchFamily="66" charset="0"/>
            </a:endParaRPr>
          </a:p>
        </p:txBody>
      </p:sp>
      <p:pic>
        <p:nvPicPr>
          <p:cNvPr id="8194" name="Picture 2" descr="Resultado de imagem para nutriçã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08" y="3643314"/>
            <a:ext cx="4786346" cy="2571768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Autofit/>
          </a:bodyPr>
          <a:lstStyle/>
          <a:p>
            <a:r>
              <a:rPr lang="pt-BR" sz="7200" b="1" dirty="0" smtClean="0">
                <a:latin typeface="Monotype Corsiva" pitchFamily="66" charset="0"/>
              </a:rPr>
              <a:t>QUEM SOMOS</a:t>
            </a:r>
            <a:endParaRPr lang="pt-BR" sz="7200" b="1" dirty="0">
              <a:latin typeface="Monotype Corsiva" pitchFamily="66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pt-BR" dirty="0" smtClean="0"/>
              <a:t>   </a:t>
            </a:r>
            <a:r>
              <a:rPr lang="pt-BR" dirty="0" smtClean="0">
                <a:latin typeface="Arial" pitchFamily="34" charset="0"/>
                <a:cs typeface="Arial" pitchFamily="34" charset="0"/>
              </a:rPr>
              <a:t>Empresa no ramo de refeições coletivas, com um projeto inovador que visa garantir alimentação de forma saudável para uma boa qualidade de vida. Todo o cardápio desenvolvido na NUTRI VIDA COZINHA SAUDÁVEL contem a totalidade dos valores nutricionais recomendados por profissionais qualificados.</a:t>
            </a:r>
          </a:p>
          <a:p>
            <a:pPr algn="just">
              <a:buNone/>
            </a:pPr>
            <a:r>
              <a:rPr lang="pt-BR" dirty="0" smtClean="0"/>
              <a:t> </a:t>
            </a:r>
            <a:endParaRPr lang="pt-BR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Autofit/>
          </a:bodyPr>
          <a:lstStyle/>
          <a:p>
            <a:r>
              <a:rPr lang="pt-BR" sz="9600" dirty="0" smtClean="0">
                <a:latin typeface="Monotype Corsiva" pitchFamily="66" charset="0"/>
              </a:rPr>
              <a:t>MISSÃO</a:t>
            </a:r>
            <a:endParaRPr lang="pt-BR" sz="9600" dirty="0">
              <a:latin typeface="Monotype Corsiva" pitchFamily="66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pt-BR" dirty="0" smtClean="0">
                <a:latin typeface="Arial" pitchFamily="34" charset="0"/>
                <a:cs typeface="Arial" pitchFamily="34" charset="0"/>
              </a:rPr>
              <a:t>   Fornecer alimentação saudável, utilizando produtos e serviços com qualidade diferenciada, proporcionando uma vida mais saudável às pessoas, garantindo criação de valor e sustentabilidade do negócio.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Area Nutri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71670" y="1142984"/>
            <a:ext cx="5286412" cy="4286280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Autofit/>
          </a:bodyPr>
          <a:lstStyle/>
          <a:p>
            <a:r>
              <a:rPr lang="pt-BR" sz="7200" b="1" dirty="0" smtClean="0">
                <a:latin typeface="Monotype Corsiva" pitchFamily="66" charset="0"/>
              </a:rPr>
              <a:t>VISÃO</a:t>
            </a:r>
            <a:endParaRPr lang="pt-BR" sz="7200" b="1" dirty="0">
              <a:latin typeface="Monotype Corsiva" pitchFamily="66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algn="just">
              <a:buNone/>
            </a:pPr>
            <a:r>
              <a:rPr lang="pt-BR" dirty="0" smtClean="0"/>
              <a:t>    </a:t>
            </a:r>
            <a:r>
              <a:rPr lang="pt-BR" dirty="0" smtClean="0">
                <a:latin typeface="Arial" pitchFamily="34" charset="0"/>
                <a:cs typeface="Arial" pitchFamily="34" charset="0"/>
              </a:rPr>
              <a:t>Ser referência na qualidade de refeições coletivas, com crescimento participativo de mercado.</a:t>
            </a:r>
          </a:p>
          <a:p>
            <a:pPr algn="just">
              <a:buNone/>
            </a:pPr>
            <a:r>
              <a:rPr lang="pt-BR" dirty="0" smtClean="0">
                <a:latin typeface="Arial" pitchFamily="34" charset="0"/>
                <a:cs typeface="Arial" pitchFamily="34" charset="0"/>
              </a:rPr>
              <a:t>  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 descr="Regras-para-uma-alimentacao-saudave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5000" y="3214686"/>
            <a:ext cx="7874000" cy="3143272"/>
          </a:xfrm>
          <a:prstGeom prst="rect">
            <a:avLst/>
          </a:prstGeom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Autofit/>
          </a:bodyPr>
          <a:lstStyle/>
          <a:p>
            <a:r>
              <a:rPr lang="pt-BR" sz="7200" b="1" dirty="0" smtClean="0">
                <a:latin typeface="Monotype Corsiva" pitchFamily="66" charset="0"/>
                <a:cs typeface="Aharoni" pitchFamily="2" charset="-79"/>
              </a:rPr>
              <a:t>VALORES</a:t>
            </a:r>
            <a:endParaRPr lang="pt-BR" sz="7200" b="1" dirty="0">
              <a:latin typeface="Monotype Corsiva" pitchFamily="66" charset="0"/>
              <a:cs typeface="Aharoni" pitchFamily="2" charset="-79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   </a:t>
            </a:r>
            <a:r>
              <a:rPr lang="pt-BR" dirty="0" smtClean="0">
                <a:latin typeface="Arial" pitchFamily="34" charset="0"/>
                <a:cs typeface="Arial" pitchFamily="34" charset="0"/>
              </a:rPr>
              <a:t>Contribuir de forma ativa na qualidade de vida dos clientes, levando uma alimentação balanceada.</a:t>
            </a:r>
          </a:p>
          <a:p>
            <a:pPr>
              <a:buNone/>
            </a:pPr>
            <a:r>
              <a:rPr lang="pt-BR" dirty="0" smtClean="0">
                <a:latin typeface="Arial" pitchFamily="34" charset="0"/>
                <a:cs typeface="Arial" pitchFamily="34" charset="0"/>
              </a:rPr>
              <a:t>   Cultivar bons hábitos alimentares com uma dieta equilibrada e variada, produzindo cardápios específicos para cada cliente.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pt-BR" b="1" dirty="0" smtClean="0">
                <a:latin typeface="Monotype Corsiva" pitchFamily="66" charset="0"/>
              </a:rPr>
              <a:t>ATIVIDADES DESENVOLVIDAS</a:t>
            </a:r>
            <a:endParaRPr lang="pt-BR" b="1" dirty="0">
              <a:latin typeface="Monotype Corsiva" pitchFamily="66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Higienizar o ambiente e materiais de trabalho;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Preparar alimentação de forma segura e prática;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Organizar cubas para o transporte dos alimentos.</a:t>
            </a:r>
          </a:p>
          <a:p>
            <a:pPr>
              <a:buNone/>
            </a:pP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Autofit/>
          </a:bodyPr>
          <a:lstStyle/>
          <a:p>
            <a:r>
              <a:rPr lang="pt-BR" sz="7200" b="1" dirty="0" smtClean="0">
                <a:latin typeface="Monotype Corsiva" pitchFamily="66" charset="0"/>
              </a:rPr>
              <a:t>NORMAS</a:t>
            </a:r>
            <a:endParaRPr lang="pt-BR" sz="7200" b="1" dirty="0">
              <a:latin typeface="Monotype Corsiva" pitchFamily="66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Assiduidade;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Pontualidade;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Comprometimento; 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Agilidade;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Atenção;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Respeito com os superiores e colegas de trabalho;</a:t>
            </a:r>
          </a:p>
          <a:p>
            <a:pPr algn="just"/>
            <a:r>
              <a:rPr lang="pt-BR" dirty="0" smtClean="0">
                <a:latin typeface="Arial" pitchFamily="34" charset="0"/>
                <a:cs typeface="Arial" pitchFamily="34" charset="0"/>
              </a:rPr>
              <a:t>Uso do uniforme e </a:t>
            </a:r>
            <a:r>
              <a:rPr lang="pt-BR" dirty="0" err="1" smtClean="0">
                <a:latin typeface="Arial" pitchFamily="34" charset="0"/>
                <a:cs typeface="Arial" pitchFamily="34" charset="0"/>
              </a:rPr>
              <a:t>EPI’S</a:t>
            </a:r>
            <a:r>
              <a:rPr lang="pt-BR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pt-B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>
            <a:normAutofit/>
          </a:bodyPr>
          <a:lstStyle/>
          <a:p>
            <a:r>
              <a:rPr lang="pt-BR" sz="4800" b="1" dirty="0" smtClean="0">
                <a:latin typeface="Monotype Corsiva" pitchFamily="66" charset="0"/>
              </a:rPr>
              <a:t>QUADRO DE FUNCIONÁRIOS</a:t>
            </a:r>
            <a:endParaRPr lang="pt-BR" sz="4800" b="1" dirty="0">
              <a:latin typeface="Monotype Corsiva" pitchFamily="66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pt-BR" sz="4000" dirty="0" smtClean="0">
                <a:latin typeface="Arial" pitchFamily="34" charset="0"/>
                <a:cs typeface="Arial" pitchFamily="34" charset="0"/>
              </a:rPr>
              <a:t>Diretores Operacionais: </a:t>
            </a:r>
          </a:p>
          <a:p>
            <a:pPr algn="just">
              <a:buNone/>
            </a:pPr>
            <a:r>
              <a:rPr lang="pt-BR" sz="4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4000" dirty="0" err="1" smtClean="0">
                <a:latin typeface="Arial" pitchFamily="34" charset="0"/>
                <a:cs typeface="Arial" pitchFamily="34" charset="0"/>
              </a:rPr>
              <a:t>Kelber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 Lopes Rodrigues Filho</a:t>
            </a:r>
          </a:p>
          <a:p>
            <a:pPr algn="just">
              <a:buNone/>
            </a:pPr>
            <a:r>
              <a:rPr lang="pt-BR" sz="4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4000" dirty="0" err="1" smtClean="0">
                <a:latin typeface="Arial" pitchFamily="34" charset="0"/>
                <a:cs typeface="Arial" pitchFamily="34" charset="0"/>
              </a:rPr>
              <a:t>Lucilêda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 Caetano Rodrigues</a:t>
            </a:r>
          </a:p>
          <a:p>
            <a:pPr algn="just"/>
            <a:r>
              <a:rPr lang="pt-BR" sz="4000" dirty="0" smtClean="0">
                <a:latin typeface="Arial" pitchFamily="34" charset="0"/>
                <a:cs typeface="Arial" pitchFamily="34" charset="0"/>
              </a:rPr>
              <a:t>Coordenadora Administrativo-financeiro</a:t>
            </a:r>
          </a:p>
          <a:p>
            <a:pPr algn="just">
              <a:buNone/>
            </a:pPr>
            <a:r>
              <a:rPr lang="pt-BR" sz="4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4000" dirty="0" err="1" smtClean="0">
                <a:latin typeface="Arial" pitchFamily="34" charset="0"/>
                <a:cs typeface="Arial" pitchFamily="34" charset="0"/>
              </a:rPr>
              <a:t>Tayse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 Helena Pinheiro Diógenes</a:t>
            </a:r>
          </a:p>
          <a:p>
            <a:pPr algn="just"/>
            <a:r>
              <a:rPr lang="pt-BR" sz="4000" dirty="0" smtClean="0">
                <a:latin typeface="Arial" pitchFamily="34" charset="0"/>
                <a:cs typeface="Arial" pitchFamily="34" charset="0"/>
              </a:rPr>
              <a:t>Nutricionista </a:t>
            </a:r>
          </a:p>
          <a:p>
            <a:pPr algn="just">
              <a:buNone/>
            </a:pPr>
            <a:r>
              <a:rPr lang="pt-BR" sz="4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Josiane Rodrigues </a:t>
            </a:r>
            <a:endParaRPr lang="pt-BR" sz="4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4000" dirty="0" smtClean="0">
                <a:latin typeface="Arial" pitchFamily="34" charset="0"/>
                <a:cs typeface="Arial" pitchFamily="34" charset="0"/>
              </a:rPr>
              <a:t>Auxiliares de 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cozinha</a:t>
            </a:r>
          </a:p>
          <a:p>
            <a:pPr algn="just"/>
            <a:r>
              <a:rPr lang="pt-BR" sz="4000" dirty="0" smtClean="0">
                <a:latin typeface="Arial" pitchFamily="34" charset="0"/>
                <a:cs typeface="Arial" pitchFamily="34" charset="0"/>
              </a:rPr>
              <a:t>Cozinheiros</a:t>
            </a:r>
            <a:endParaRPr lang="pt-BR" sz="4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4000" smtClean="0">
                <a:latin typeface="Arial" pitchFamily="34" charset="0"/>
                <a:cs typeface="Arial" pitchFamily="34" charset="0"/>
              </a:rPr>
              <a:t>Motorista</a:t>
            </a:r>
            <a:endParaRPr lang="pt-BR" sz="40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pt-BR" dirty="0" smtClean="0"/>
          </a:p>
          <a:p>
            <a:pPr algn="just"/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221</Words>
  <Application>Microsoft Office PowerPoint</Application>
  <PresentationFormat>Apresentação na tela (4:3)</PresentationFormat>
  <Paragraphs>37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Tema do Office</vt:lpstr>
      <vt:lpstr>NUTRI VIDA </vt:lpstr>
      <vt:lpstr>QUEM SOMOS</vt:lpstr>
      <vt:lpstr>MISSÃO</vt:lpstr>
      <vt:lpstr>Apresentação do PowerPoint</vt:lpstr>
      <vt:lpstr>VISÃO</vt:lpstr>
      <vt:lpstr>VALORES</vt:lpstr>
      <vt:lpstr>ATIVIDADES DESENVOLVIDAS</vt:lpstr>
      <vt:lpstr>NORMAS</vt:lpstr>
      <vt:lpstr>QUADRO DE FUNCIONÁRIOS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user</cp:lastModifiedBy>
  <cp:revision>74</cp:revision>
  <dcterms:created xsi:type="dcterms:W3CDTF">2017-04-23T14:22:33Z</dcterms:created>
  <dcterms:modified xsi:type="dcterms:W3CDTF">2018-10-16T13:38:34Z</dcterms:modified>
</cp:coreProperties>
</file>